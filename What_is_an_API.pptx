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is an API?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Application Programming Interfaces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API stands for Application Programming Interface</a:t>
            </a:r>
          </a:p>
          <a:p>
            <a:r>
              <a:t>• It allows different software applications to communicate</a:t>
            </a:r>
          </a:p>
          <a:p>
            <a:r>
              <a:t>• APIs define how requests and responses should be structured</a:t>
            </a:r>
          </a:p>
          <a:p>
            <a:r>
              <a:t>• Examples: Web APIs, Operating System APIs, Library APIs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Are APIs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Enable integration between different applications</a:t>
            </a:r>
          </a:p>
          <a:p>
            <a:r>
              <a:t>• Help developers build applications faster</a:t>
            </a:r>
          </a:p>
          <a:p>
            <a:r>
              <a:t>• Allow automation and data sharing</a:t>
            </a:r>
          </a:p>
          <a:p>
            <a:r>
              <a:t>• Power many modern web and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APIs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 client makes a request to the API (e.g., asking for data)</a:t>
            </a:r>
          </a:p>
          <a:p>
            <a:r>
              <a:t>2. The API processes the request and communicates with the server</a:t>
            </a:r>
          </a:p>
          <a:p>
            <a:r>
              <a:t>3. The server sends back a response (data or error message)</a:t>
            </a:r>
          </a:p>
          <a:p>
            <a:r>
              <a:t>4. The client receives and processes the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 APIs (REST, SOAP, GraphQL)</a:t>
            </a:r>
          </a:p>
          <a:p>
            <a:r>
              <a:t>• Library APIs (used within programming languages)</a:t>
            </a:r>
          </a:p>
          <a:p>
            <a:r>
              <a:t>• Operating System APIs (e.g., Windows API, POSIX API)</a:t>
            </a:r>
          </a:p>
          <a:p>
            <a:r>
              <a:t>• Hardware APIs (e.g., DirectX for graphics processing)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vs SOAP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REST (Representational State Transfer)</a:t>
            </a:r>
          </a:p>
          <a:p>
            <a:r>
              <a:t>  - Uses HTTP methods (GET, POST, PUT, DELETE)</a:t>
            </a:r>
          </a:p>
          <a:p>
            <a:r>
              <a:t>  - Works with JSON and XML</a:t>
            </a:r>
          </a:p>
          <a:p>
            <a:r>
              <a:t>  - Simpler and more scalable</a:t>
            </a:r>
          </a:p>
          <a:p/>
          <a:p>
            <a:r>
              <a:t>• SOAP (Simple Object Access Protocol)</a:t>
            </a:r>
          </a:p>
          <a:p>
            <a:r>
              <a:t>  - Uses XML exclusively</a:t>
            </a:r>
          </a:p>
          <a:p>
            <a:r>
              <a:t>  - More secure but complex</a:t>
            </a:r>
          </a:p>
          <a:p>
            <a:r>
              <a:t>  - Used in enterprise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an API Request (REST)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Request:</a:t>
            </a:r>
          </a:p>
          <a:p>
            <a:r>
              <a:t>GET https://api.example.com/users/123</a:t>
            </a:r>
          </a:p>
          <a:p/>
          <a:p>
            <a:r>
              <a:t>Response:</a:t>
            </a:r>
          </a:p>
          <a:p>
            <a:r>
              <a:t>{ 'id': 123, 'name': 'John Doe', 'email': 'john@example.com'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APIs in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Google Maps API (for location services)</a:t>
            </a:r>
          </a:p>
          <a:p>
            <a:r>
              <a:t>• Twitter API (for social media integration)</a:t>
            </a:r>
          </a:p>
          <a:p>
            <a:r>
              <a:t>• Stripe API (for payment processing)</a:t>
            </a:r>
          </a:p>
          <a:p>
            <a:r>
              <a:t>• OpenWeather API (for weather data)</a:t>
            </a:r>
          </a:p>
          <a:p>
            <a:r>
              <a:t>• GitHub API (for repository management)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APIs allow different applications to communicate</a:t>
            </a:r>
          </a:p>
          <a:p>
            <a:r>
              <a:t>• They provide structured requests and responses</a:t>
            </a:r>
          </a:p>
          <a:p>
            <a:r>
              <a:t>• There are different types of APIs (Web, OS, Library, Hardware)</a:t>
            </a:r>
          </a:p>
          <a:p>
            <a:r>
              <a:t>• REST and SOAP are common API architectures</a:t>
            </a:r>
          </a:p>
          <a:p>
            <a:r>
              <a:t>• APIs power modern applications and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