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Benefits of Using ASP.NET Core to Build an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ASP.NET Core is a Powerful Choice for API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ASP.NET Core for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ASP.NET Core is a cross-platform, high-performance framework</a:t>
            </a:r>
          </a:p>
          <a:p>
            <a:r>
              <a:t>• Ideal for building modern web APIs</a:t>
            </a:r>
          </a:p>
          <a:p>
            <a:r>
              <a:t>• Supports RESTful API development with built-in features</a:t>
            </a:r>
          </a:p>
          <a:p>
            <a:r>
              <a:t>• Provides scalability, security, and flexibility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Cross-Platform Compatibility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ASP.NET Core runs on Windows, macOS, and Linux</a:t>
            </a:r>
          </a:p>
          <a:p>
            <a:r>
              <a:t>• Enables API development on any environment</a:t>
            </a:r>
          </a:p>
          <a:p>
            <a:r>
              <a:t>• Supports containerization with Docker</a:t>
            </a:r>
          </a:p>
          <a:p>
            <a:r>
              <a:t>• Ideal for cloud-native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of the fastest web frameworks available</a:t>
            </a:r>
          </a:p>
          <a:p>
            <a:r>
              <a:t>• Uses Kestrel, a high-performance web server</a:t>
            </a:r>
          </a:p>
          <a:p>
            <a:r>
              <a:t>• Optimized request processing pipeline</a:t>
            </a:r>
          </a:p>
          <a:p>
            <a:r>
              <a:t>• Ideal for handling large-scale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Supports built-in dependency injection (DI)</a:t>
            </a:r>
          </a:p>
          <a:p>
            <a:r>
              <a:t>• Helps with code maintainability and scalability</a:t>
            </a:r>
          </a:p>
          <a:p>
            <a:r>
              <a:t>• Encourages modular and testable code</a:t>
            </a:r>
          </a:p>
          <a:p>
            <a:r>
              <a:t>• Simplifies service management in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Supports authentication and authorization (JWT, OAuth, etc.)</a:t>
            </a:r>
          </a:p>
          <a:p>
            <a:r>
              <a:t>• Built-in HTTPS enforcement</a:t>
            </a:r>
          </a:p>
          <a:p>
            <a:r>
              <a:t>• Cross-Origin Resource Sharing (CORS) support</a:t>
            </a:r>
          </a:p>
          <a:p>
            <a:r>
              <a:t>• Middleware for request validation and security policies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 and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 middleware for request/response processing</a:t>
            </a:r>
          </a:p>
          <a:p>
            <a:r>
              <a:t>• Global exception handling using filters</a:t>
            </a:r>
          </a:p>
          <a:p>
            <a:r>
              <a:t>• Built-in logging and monitoring support</a:t>
            </a:r>
          </a:p>
          <a:p>
            <a:r>
              <a:t>• Enhances API performance and maintainability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API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Introduced in .NET 6+ for lightweight APIs</a:t>
            </a:r>
          </a:p>
          <a:p>
            <a:r>
              <a:t>• Requires less boilerplate code</a:t>
            </a:r>
          </a:p>
          <a:p>
            <a:r>
              <a:t>• Ideal for microservices and cloud-native applications</a:t>
            </a:r>
          </a:p>
          <a:p>
            <a:r>
              <a:t>• Improves developer productivity and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Modern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Supports Entity Framework Core for database access</a:t>
            </a:r>
          </a:p>
          <a:p>
            <a:r>
              <a:t>• Seamless integration with Azure cloud services</a:t>
            </a:r>
          </a:p>
          <a:p>
            <a:r>
              <a:t>• Supports OpenAPI (Swagger) for API documentation</a:t>
            </a:r>
          </a:p>
          <a:p>
            <a:r>
              <a:t>• Works with GraphQL, SignalR, and gRPC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ASP.NET Core is a powerful framework for API development</a:t>
            </a:r>
          </a:p>
          <a:p>
            <a:r>
              <a:t>• Offers high performance, security, and scalability</a:t>
            </a:r>
          </a:p>
          <a:p>
            <a:r>
              <a:t>• Supports modern development practices</a:t>
            </a:r>
          </a:p>
          <a:p>
            <a:r>
              <a:t>• Ideal for building enterprise-grade and cloud-native APIs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